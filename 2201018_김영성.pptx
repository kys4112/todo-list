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7173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35533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54164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59680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07103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61390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34228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2366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40574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02380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64667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49483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9453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65240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3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3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3440" y="1706880"/>
            <a:ext cx="10485120" cy="1219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5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📝  할 일 목록 (ToDo List)</a:t>
            </a:r>
            <a:endParaRPr lang="en-US" sz="5000"/>
          </a:p>
        </p:txBody>
      </p:sp>
      <p:sp>
        <p:nvSpPr>
          <p:cNvPr id="12" name="Shape 10"/>
          <p:cNvSpPr/>
          <p:nvPr/>
        </p:nvSpPr>
        <p:spPr>
          <a:xfrm>
            <a:off x="0" y="5974080"/>
            <a:ext cx="12192000" cy="877824"/>
          </a:xfrm>
          <a:prstGeom prst="rect">
            <a:avLst/>
          </a:prstGeom>
          <a:solidFill>
            <a:srgbClr val="161e50"/>
          </a:solidFill>
          <a:ln w="12700">
            <a:solidFill>
              <a:srgbClr val="161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5974080"/>
            <a:ext cx="12192000" cy="87782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700">
                <a:solidFill>
                  <a:srgbClr val="cadcfc"/>
                </a:solidFill>
              </a:rPr>
              <a:t>html  · css  ·  </a:t>
            </a:r>
            <a:r>
              <a:rPr lang="en-US" altLang="ko-KR" sz="1700">
                <a:solidFill>
                  <a:srgbClr val="cadcfc"/>
                </a:solidFill>
              </a:rPr>
              <a:t>javascript</a:t>
            </a:r>
            <a:endParaRPr lang="en-US" altLang="ko-KR" sz="1700">
              <a:solidFill>
                <a:srgbClr val="cadc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89889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97536"/>
            <a:ext cx="1036320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altLang="ko-KR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HTML</a:t>
            </a:r>
            <a:endParaRPr lang="en-US" altLang="ko-KR" sz="37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27166" y="1280160"/>
            <a:ext cx="5476753" cy="543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1608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97536"/>
            <a:ext cx="1036320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altLang="ko-KR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CSS</a:t>
            </a:r>
            <a:endParaRPr lang="en-US" altLang="ko-KR" sz="37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85527" y="1280159"/>
            <a:ext cx="2844153" cy="557784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42552" y="1286647"/>
            <a:ext cx="3844064" cy="557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03990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97536"/>
            <a:ext cx="1036320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altLang="ko-KR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javascript </a:t>
            </a:r>
            <a:r>
              <a:rPr lang="ko-KR" altLang="en-US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할 일 추가</a:t>
            </a:r>
            <a:endParaRPr lang="ko-KR" altLang="en-US" sz="37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6572" y="1884607"/>
            <a:ext cx="5588288" cy="4047274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179270" y="1884608"/>
            <a:ext cx="4673840" cy="404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19319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97536"/>
            <a:ext cx="1036320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altLang="ko-KR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javascript </a:t>
            </a:r>
            <a:r>
              <a:rPr lang="ko-KR" altLang="en-US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완료 처리</a:t>
            </a:r>
            <a:endParaRPr lang="ko-KR" altLang="en-US" sz="37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06567" y="2484114"/>
            <a:ext cx="7139705" cy="317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54965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97536"/>
            <a:ext cx="1036320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altLang="ko-KR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javascript </a:t>
            </a:r>
            <a:r>
              <a:rPr lang="ko-KR" altLang="en-US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수정</a:t>
            </a:r>
            <a:endParaRPr lang="ko-KR" altLang="en-US" sz="37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92461" y="1819311"/>
            <a:ext cx="7639341" cy="437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59052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97536"/>
            <a:ext cx="1036320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altLang="ko-KR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javascript </a:t>
            </a:r>
            <a:r>
              <a:rPr lang="ko-KR" altLang="en-US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삭제</a:t>
            </a:r>
            <a:endParaRPr lang="ko-KR" altLang="en-US" sz="37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44660" y="1719313"/>
            <a:ext cx="9234201" cy="45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375536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97536"/>
            <a:ext cx="1036320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altLang="ko-KR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javascript </a:t>
            </a:r>
            <a:r>
              <a:rPr lang="ko-KR" altLang="en-US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화면에 목록 출력</a:t>
            </a:r>
            <a:r>
              <a:rPr lang="en-US" altLang="ko-KR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ko-KR" altLang="en-US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화면 업데이트</a:t>
            </a:r>
            <a:endParaRPr lang="ko-KR" altLang="en-US" sz="37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86745" y="2289807"/>
            <a:ext cx="7755866" cy="412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5113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97536"/>
            <a:ext cx="1036320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altLang="ko-KR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javascript </a:t>
            </a:r>
            <a:r>
              <a:rPr lang="ko-KR" altLang="en-US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완료 처리된 일만 삭제</a:t>
            </a:r>
            <a:endParaRPr lang="ko-KR" altLang="en-US" sz="37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97280" y="2521830"/>
            <a:ext cx="9816995" cy="307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54279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97536"/>
            <a:ext cx="1036320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트러블슈팅</a:t>
            </a:r>
            <a:endParaRPr lang="en-US" sz="3700"/>
          </a:p>
        </p:txBody>
      </p:sp>
      <p:sp>
        <p:nvSpPr>
          <p:cNvPr id="5" name="Shape 2"/>
          <p:cNvSpPr/>
          <p:nvPr/>
        </p:nvSpPr>
        <p:spPr>
          <a:xfrm>
            <a:off x="426720" y="1463040"/>
            <a:ext cx="11338560" cy="148742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6720" y="1463040"/>
            <a:ext cx="85344" cy="148742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0560" y="1560576"/>
            <a:ext cx="731520" cy="365760"/>
          </a:xfrm>
          <a:prstGeom prst="rect">
            <a:avLst/>
          </a:prstGeom>
          <a:solidFill>
            <a:srgbClr val="f44336"/>
          </a:solidFill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문제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670560" y="1560576"/>
            <a:ext cx="731520" cy="341376"/>
          </a:xfrm>
          <a:prstGeom prst="roundRect">
            <a:avLst>
              <a:gd name="adj" fmla="val 14286"/>
            </a:avLst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0560" y="1560576"/>
            <a:ext cx="731520" cy="34137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문제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1524000" y="1560576"/>
            <a:ext cx="99974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맑은 고딕"/>
                <a:ea typeface="맑은 고딕"/>
              </a:rPr>
              <a:t>새로고침하면 데이터가 사라졌다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70560" y="2072640"/>
            <a:ext cx="853440" cy="341376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0560" y="2072640"/>
            <a:ext cx="853440" cy="34137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해결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1645920" y="2072640"/>
            <a:ext cx="9875520" cy="7559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lnSpc>
                <a:spcPct val="130000"/>
              </a:lnSpc>
              <a:buNone/>
              <a:defRPr/>
            </a:pPr>
            <a:r>
              <a:rPr lang="en-US" sz="1500">
                <a:solidFill>
                  <a:srgbClr val="374151"/>
                </a:solidFill>
                <a:latin typeface="맑은 고딕"/>
                <a:ea typeface="맑은 고딕"/>
              </a:rPr>
              <a:t>todos 배열을 변수에만 저장하고 localStorage에 저장하지 않았기 때문.</a:t>
            </a:r>
            <a:endParaRPr lang="en-US" sz="1500">
              <a:solidFill>
                <a:srgbClr val="374151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30000"/>
              </a:lnSpc>
              <a:buNone/>
              <a:defRPr/>
            </a:pPr>
            <a:r>
              <a:rPr lang="en-US" sz="1500">
                <a:solidFill>
                  <a:srgbClr val="374151"/>
                </a:solidFill>
                <a:latin typeface="맑은 고딕"/>
                <a:ea typeface="맑은 고딕"/>
              </a:rPr>
              <a:t>localStorage.setItem()과 JSON.stringify()를 추가해 해결했다.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26720" y="3145536"/>
            <a:ext cx="11338560" cy="148742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6720" y="3145536"/>
            <a:ext cx="85344" cy="148742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0560" y="3243072"/>
            <a:ext cx="731520" cy="365760"/>
          </a:xfrm>
          <a:prstGeom prst="rect">
            <a:avLst/>
          </a:prstGeom>
          <a:solidFill>
            <a:srgbClr val="ff9800"/>
          </a:solidFill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문제</a:t>
            </a:r>
            <a:endParaRPr lang="en-US" sz="1300"/>
          </a:p>
        </p:txBody>
      </p:sp>
      <p:sp>
        <p:nvSpPr>
          <p:cNvPr id="17" name="Shape 14"/>
          <p:cNvSpPr/>
          <p:nvPr/>
        </p:nvSpPr>
        <p:spPr>
          <a:xfrm>
            <a:off x="670560" y="3243072"/>
            <a:ext cx="731520" cy="341376"/>
          </a:xfrm>
          <a:prstGeom prst="roundRect">
            <a:avLst>
              <a:gd name="adj" fmla="val 14286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0560" y="3243072"/>
            <a:ext cx="731520" cy="34137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문제</a:t>
            </a:r>
            <a:endParaRPr lang="en-US" sz="1300"/>
          </a:p>
        </p:txBody>
      </p:sp>
      <p:sp>
        <p:nvSpPr>
          <p:cNvPr id="19" name="Text 16"/>
          <p:cNvSpPr/>
          <p:nvPr/>
        </p:nvSpPr>
        <p:spPr>
          <a:xfrm>
            <a:off x="1524000" y="3243072"/>
            <a:ext cx="99974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맑은 고딕"/>
                <a:ea typeface="맑은 고딕"/>
              </a:rPr>
              <a:t>Enter 키를 눌러도 추가가 되지 않았다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70560" y="3755136"/>
            <a:ext cx="853440" cy="341376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0560" y="3755136"/>
            <a:ext cx="853440" cy="34137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해결</a:t>
            </a:r>
            <a:endParaRPr lang="en-US" sz="1300"/>
          </a:p>
        </p:txBody>
      </p:sp>
      <p:sp>
        <p:nvSpPr>
          <p:cNvPr id="22" name="Text 19"/>
          <p:cNvSpPr/>
          <p:nvPr/>
        </p:nvSpPr>
        <p:spPr>
          <a:xfrm>
            <a:off x="1645920" y="3755136"/>
            <a:ext cx="9875520" cy="7559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lnSpc>
                <a:spcPct val="130000"/>
              </a:lnSpc>
              <a:buNone/>
              <a:defRPr/>
            </a:pPr>
            <a:r>
              <a:rPr lang="en-US" sz="1500">
                <a:solidFill>
                  <a:srgbClr val="374151"/>
                </a:solidFill>
                <a:latin typeface="맑은 고딕"/>
                <a:ea typeface="맑은 고딕"/>
              </a:rPr>
              <a:t>onkeydown 이벤트를 input 태그에 연결하지 않았기 때문.</a:t>
            </a:r>
            <a:endParaRPr lang="en-US" sz="1500">
              <a:solidFill>
                <a:srgbClr val="374151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30000"/>
              </a:lnSpc>
              <a:buNone/>
              <a:defRPr/>
            </a:pPr>
            <a:r>
              <a:rPr lang="en-US" sz="1500">
                <a:solidFill>
                  <a:srgbClr val="374151"/>
                </a:solidFill>
                <a:latin typeface="맑은 고딕"/>
                <a:ea typeface="맑은 고딕"/>
              </a:rPr>
              <a:t>handleKeyDown() 함수를 만들고 onkeydown 속성에 연결해 해결했다.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26720" y="4828032"/>
            <a:ext cx="11338560" cy="148742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6720" y="4828032"/>
            <a:ext cx="85344" cy="148742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0560" y="4925568"/>
            <a:ext cx="731520" cy="365760"/>
          </a:xfrm>
          <a:prstGeom prst="rect">
            <a:avLst/>
          </a:prstGeom>
          <a:solidFill>
            <a:srgbClr val="2196f3"/>
          </a:solidFill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문제</a:t>
            </a:r>
            <a:endParaRPr lang="en-US" sz="1300"/>
          </a:p>
        </p:txBody>
      </p:sp>
      <p:sp>
        <p:nvSpPr>
          <p:cNvPr id="26" name="Shape 23"/>
          <p:cNvSpPr/>
          <p:nvPr/>
        </p:nvSpPr>
        <p:spPr>
          <a:xfrm>
            <a:off x="670560" y="4925568"/>
            <a:ext cx="731520" cy="341376"/>
          </a:xfrm>
          <a:prstGeom prst="roundRect">
            <a:avLst>
              <a:gd name="adj" fmla="val 14286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0560" y="4925568"/>
            <a:ext cx="731520" cy="34137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문제</a:t>
            </a:r>
            <a:endParaRPr lang="en-US" sz="1300"/>
          </a:p>
        </p:txBody>
      </p:sp>
      <p:sp>
        <p:nvSpPr>
          <p:cNvPr id="28" name="Text 25"/>
          <p:cNvSpPr/>
          <p:nvPr/>
        </p:nvSpPr>
        <p:spPr>
          <a:xfrm>
            <a:off x="1524000" y="4925568"/>
            <a:ext cx="99974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맑은 고딕"/>
                <a:ea typeface="맑은 고딕"/>
              </a:rPr>
              <a:t>완료 버튼 클릭 시 취소선이 적용되지 않았다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70560" y="5437632"/>
            <a:ext cx="853440" cy="341376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0560" y="5437632"/>
            <a:ext cx="853440" cy="34137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해결</a:t>
            </a:r>
            <a:endParaRPr lang="en-US" sz="1300"/>
          </a:p>
        </p:txBody>
      </p:sp>
      <p:sp>
        <p:nvSpPr>
          <p:cNvPr id="31" name="Text 28"/>
          <p:cNvSpPr/>
          <p:nvPr/>
        </p:nvSpPr>
        <p:spPr>
          <a:xfrm>
            <a:off x="1645920" y="5437632"/>
            <a:ext cx="9875520" cy="7559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lnSpc>
                <a:spcPct val="130000"/>
              </a:lnSpc>
              <a:buNone/>
              <a:defRPr/>
            </a:pPr>
            <a:r>
              <a:rPr lang="en-US" sz="1500">
                <a:solidFill>
                  <a:srgbClr val="374151"/>
                </a:solidFill>
                <a:latin typeface="맑은 고딕"/>
                <a:ea typeface="맑은 고딕"/>
              </a:rPr>
              <a:t>done 상태는 바뀌었지만 renderList()를 호출하지 않아 화면이 갱신되지 않았음.</a:t>
            </a:r>
            <a:endParaRPr lang="en-US" sz="1500">
              <a:solidFill>
                <a:srgbClr val="374151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30000"/>
              </a:lnSpc>
              <a:buNone/>
              <a:defRPr/>
            </a:pPr>
            <a:r>
              <a:rPr lang="en-US" sz="1500">
                <a:solidFill>
                  <a:srgbClr val="374151"/>
                </a:solidFill>
                <a:latin typeface="맑은 고딕"/>
                <a:ea typeface="맑은 고딕"/>
              </a:rPr>
              <a:t> toggleDone() 함수 마지막에 renderList() 호출을 추가해 해결했다.</a:t>
            </a:r>
            <a:endParaRPr lang="en-US" sz="14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07201337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97536"/>
            <a:ext cx="1036320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3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소감</a:t>
            </a:r>
            <a:endParaRPr lang="en-US" sz="3700"/>
          </a:p>
        </p:txBody>
      </p:sp>
      <p:sp>
        <p:nvSpPr>
          <p:cNvPr id="5" name="Shape 2"/>
          <p:cNvSpPr/>
          <p:nvPr/>
        </p:nvSpPr>
        <p:spPr>
          <a:xfrm>
            <a:off x="426720" y="1463040"/>
            <a:ext cx="11338560" cy="148742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6720" y="1463040"/>
            <a:ext cx="85344" cy="148742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0560" y="1609344"/>
            <a:ext cx="426720" cy="426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3584" y="1584960"/>
            <a:ext cx="10241280" cy="4632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DOM 조작의 원리를 이해했다</a:t>
            </a:r>
            <a:endParaRPr lang="en-US" sz="1800"/>
          </a:p>
        </p:txBody>
      </p:sp>
      <p:sp>
        <p:nvSpPr>
          <p:cNvPr id="9" name="Text 5"/>
          <p:cNvSpPr/>
          <p:nvPr/>
        </p:nvSpPr>
        <p:spPr>
          <a:xfrm>
            <a:off x="670560" y="2133600"/>
            <a:ext cx="10850880" cy="7559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lnSpc>
                <a:spcPct val="135000"/>
              </a:lnSpc>
              <a:buNone/>
              <a:defRPr/>
            </a:pP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자바스크립트로 HTML 요소를 직접 읽고 수정하는 방법을 처음으로 코드에 적용해 보았다.</a:t>
            </a:r>
            <a:endParaRPr lang="en-US" sz="160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0" lvl="0" indent="0">
              <a:lnSpc>
                <a:spcPct val="135000"/>
              </a:lnSpc>
              <a:buNone/>
              <a:defRPr/>
            </a:pP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document.querySelector()와 innerHTML의 흐름이 눈에 보</a:t>
            </a:r>
            <a:r>
              <a:rPr lang="ko-KR" altLang="en-US" sz="16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였음</a:t>
            </a:r>
            <a:endParaRPr lang="ko-KR" altLang="en-US" sz="160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26720" y="3145536"/>
            <a:ext cx="11338560" cy="148742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6720" y="3145536"/>
            <a:ext cx="85344" cy="148742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0560" y="3291840"/>
            <a:ext cx="426720" cy="4267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43584" y="3267456"/>
            <a:ext cx="10241280" cy="4632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데이터 영속성의 중요성을 느꼈다</a:t>
            </a:r>
            <a:endParaRPr lang="en-US" sz="1800"/>
          </a:p>
        </p:txBody>
      </p:sp>
      <p:sp>
        <p:nvSpPr>
          <p:cNvPr id="14" name="Text 9"/>
          <p:cNvSpPr/>
          <p:nvPr/>
        </p:nvSpPr>
        <p:spPr>
          <a:xfrm>
            <a:off x="670560" y="3816096"/>
            <a:ext cx="10850880" cy="7559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lnSpc>
                <a:spcPct val="135000"/>
              </a:lnSpc>
              <a:buNone/>
              <a:defRPr/>
            </a:pP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새로고침 시 데이터가 사라지는 문제를 겪으며 localStorage가 왜 필요한지 직접 깨달았다.</a:t>
            </a:r>
            <a:endParaRPr lang="en-US" sz="160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0" lvl="0" indent="0">
              <a:lnSpc>
                <a:spcPct val="135000"/>
              </a:lnSpc>
              <a:buNone/>
              <a:defRPr/>
            </a:pP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JSON.stringify / JSON.parse의 역할도 자연스럽게 익힐 수 있었다.</a:t>
            </a:r>
            <a:endParaRPr lang="en-US" sz="1600"/>
          </a:p>
        </p:txBody>
      </p:sp>
      <p:sp>
        <p:nvSpPr>
          <p:cNvPr id="15" name="Shape 10"/>
          <p:cNvSpPr/>
          <p:nvPr/>
        </p:nvSpPr>
        <p:spPr>
          <a:xfrm>
            <a:off x="426720" y="4828032"/>
            <a:ext cx="11338560" cy="148742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26720" y="4828032"/>
            <a:ext cx="85344" cy="148742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0560" y="4974336"/>
            <a:ext cx="426720" cy="4267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43584" y="4949952"/>
            <a:ext cx="10241280" cy="4632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오류를 스스로 해결하는 경험을 했다</a:t>
            </a:r>
            <a:endParaRPr lang="en-US" sz="1800"/>
          </a:p>
        </p:txBody>
      </p:sp>
      <p:sp>
        <p:nvSpPr>
          <p:cNvPr id="19" name="Text 13"/>
          <p:cNvSpPr/>
          <p:nvPr/>
        </p:nvSpPr>
        <p:spPr>
          <a:xfrm>
            <a:off x="670560" y="5498592"/>
            <a:ext cx="10850880" cy="7559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lnSpc>
                <a:spcPct val="135000"/>
              </a:lnSpc>
              <a:buNone/>
              <a:defRPr/>
            </a:pP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처음에는 왜 동작하지 않는지 몰라 막막했지만, 콘솔 로그를 활용해 원인을 찾아나가는 과정이</a:t>
            </a:r>
            <a:endParaRPr lang="en-US" sz="160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0" lvl="0" indent="0">
              <a:lnSpc>
                <a:spcPct val="135000"/>
              </a:lnSpc>
              <a:buNone/>
              <a:defRPr/>
            </a:pP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생각보다 재미있었고, 문제 해결 능력이 조금 늘어난 것 같다.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20413702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219200" y="2438400"/>
            <a:ext cx="9753600" cy="11582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5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감사합니다</a:t>
            </a:r>
            <a:endParaRPr lang="en-US" sz="5800"/>
          </a:p>
        </p:txBody>
      </p:sp>
      <p:sp>
        <p:nvSpPr>
          <p:cNvPr id="6" name="Text 3"/>
          <p:cNvSpPr/>
          <p:nvPr/>
        </p:nvSpPr>
        <p:spPr>
          <a:xfrm>
            <a:off x="1219200" y="3657600"/>
            <a:ext cx="9753600" cy="6705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📝 </a:t>
            </a:r>
            <a:r>
              <a:rPr lang="en-US" sz="26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ToDo 리스트 </a:t>
            </a:r>
            <a:endParaRPr lang="ko-KR" altLang="en-US" sz="2600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386122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173</ep:Words>
  <ep:PresentationFormat>화면 슬라이드 쇼(4:3)</ep:PresentationFormat>
  <ep:Paragraphs>41</ep:Paragraphs>
  <ep:Slides>12</ep:Slides>
  <ep:Notes>12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2026-05-29T00:52:25.337</dcterms:created>
  <dc:creator>a0104</dc:creator>
  <cp:lastModifiedBy>a0104</cp:lastModifiedBy>
  <dcterms:modified xsi:type="dcterms:W3CDTF">2026-05-29T00:54:11.996</dcterms:modified>
  <cp:revision>2</cp:revision>
  <cp:version>13.0.0.711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